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D5D1519-778A-47B5-9AE1-D8F273CF49E8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5CE7E10-2A31-4DFB-A853-CD701FE7CA91}" type="slidenum">
              <a:rPr lang="ru-RU" smtClean="0"/>
              <a:t>‹#›</a:t>
            </a:fld>
            <a:endParaRPr lang="ru-RU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55271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1519-778A-47B5-9AE1-D8F273CF49E8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7E10-2A31-4DFB-A853-CD701FE7CA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3506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1519-778A-47B5-9AE1-D8F273CF49E8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7E10-2A31-4DFB-A853-CD701FE7CA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4880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1519-778A-47B5-9AE1-D8F273CF49E8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7E10-2A31-4DFB-A853-CD701FE7CA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910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1519-778A-47B5-9AE1-D8F273CF49E8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7E10-2A31-4DFB-A853-CD701FE7CA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017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1519-778A-47B5-9AE1-D8F273CF49E8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7E10-2A31-4DFB-A853-CD701FE7CA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4911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1519-778A-47B5-9AE1-D8F273CF49E8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7E10-2A31-4DFB-A853-CD701FE7CA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4820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1519-778A-47B5-9AE1-D8F273CF49E8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7E10-2A31-4DFB-A853-CD701FE7CA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281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1519-778A-47B5-9AE1-D8F273CF49E8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7E10-2A31-4DFB-A853-CD701FE7CA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789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1519-778A-47B5-9AE1-D8F273CF49E8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7E10-2A31-4DFB-A853-CD701FE7CA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394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1519-778A-47B5-9AE1-D8F273CF49E8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7E10-2A31-4DFB-A853-CD701FE7CA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539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1519-778A-47B5-9AE1-D8F273CF49E8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7E10-2A31-4DFB-A853-CD701FE7CA91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1374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1519-778A-47B5-9AE1-D8F273CF49E8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7E10-2A31-4DFB-A853-CD701FE7CA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810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1519-778A-47B5-9AE1-D8F273CF49E8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7E10-2A31-4DFB-A853-CD701FE7CA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02924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1519-778A-47B5-9AE1-D8F273CF49E8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7E10-2A31-4DFB-A853-CD701FE7CA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0990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1519-778A-47B5-9AE1-D8F273CF49E8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7E10-2A31-4DFB-A853-CD701FE7CA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8651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1519-778A-47B5-9AE1-D8F273CF49E8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7E10-2A31-4DFB-A853-CD701FE7CA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20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D5D1519-778A-47B5-9AE1-D8F273CF49E8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5CE7E10-2A31-4DFB-A853-CD701FE7CA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016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1304DC-99EC-48A4-813A-728F39879F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мобильное приложение </a:t>
            </a:r>
            <a:br>
              <a:rPr lang="en-US" dirty="0"/>
            </a:br>
            <a:r>
              <a:rPr lang="en-US" dirty="0"/>
              <a:t>android studio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36DD509-7F53-4D02-B967-A061868524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/>
              <a:t>сИТКОВ</a:t>
            </a:r>
            <a:r>
              <a:rPr lang="ru-RU" dirty="0"/>
              <a:t> ДАНИИЛ ПР-32</a:t>
            </a:r>
          </a:p>
        </p:txBody>
      </p:sp>
    </p:spTree>
    <p:extLst>
      <p:ext uri="{BB962C8B-B14F-4D97-AF65-F5344CB8AC3E}">
        <p14:creationId xmlns:p14="http://schemas.microsoft.com/office/powerpoint/2010/main" val="2940978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FE2550-F57E-4CDF-893F-8A3D71B1F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D2BBBA-11BA-4C2C-A32F-49A573657AE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 err="1"/>
              <a:t>рАЗРАБОТАТЬ</a:t>
            </a:r>
            <a:r>
              <a:rPr lang="ru-RU" dirty="0"/>
              <a:t> МОБИЛЬНОЕ ПРИЛОЖЕНИЕ, КОТОРЕО ПОЗВОЛЯЕТ РАСЧИТЫВАТЬ СТОИМОСТЬ РАЗЛИЧНЫХ ТИПОВ КВАРТИР</a:t>
            </a:r>
          </a:p>
        </p:txBody>
      </p:sp>
    </p:spTree>
    <p:extLst>
      <p:ext uri="{BB962C8B-B14F-4D97-AF65-F5344CB8AC3E}">
        <p14:creationId xmlns:p14="http://schemas.microsoft.com/office/powerpoint/2010/main" val="3094636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B969E4-25EF-4F01-B464-6E6F69A51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577" y="207628"/>
            <a:ext cx="10396882" cy="1151965"/>
          </a:xfrm>
        </p:spPr>
        <p:txBody>
          <a:bodyPr/>
          <a:lstStyle/>
          <a:p>
            <a:r>
              <a:rPr lang="ru-RU" dirty="0"/>
              <a:t>ФУНКЦИОНАЛ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5F77999-4947-476E-9A25-162BDE14A7F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19" y="1538342"/>
            <a:ext cx="2485238" cy="4414480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F9849DE-5C9B-464C-B22A-B0A60F4DF1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159" y="74235"/>
            <a:ext cx="3515216" cy="623974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7481002-D9FA-4AB1-BD8B-A582B2CA96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15084">
            <a:off x="1058605" y="1459419"/>
            <a:ext cx="2607109" cy="46277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9B2A87-E8D6-44E6-B704-EFF32860D2ED}"/>
              </a:ext>
            </a:extLst>
          </p:cNvPr>
          <p:cNvSpPr txBox="1"/>
          <p:nvPr/>
        </p:nvSpPr>
        <p:spPr>
          <a:xfrm>
            <a:off x="4362275" y="1711354"/>
            <a:ext cx="33052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Авторизация по логину\паролю</a:t>
            </a:r>
          </a:p>
          <a:p>
            <a:endParaRPr lang="ru-RU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Расчет стоимости определяется выбором типа квартиры в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Spinner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и квадратурой.</a:t>
            </a:r>
            <a:br>
              <a:rPr lang="ru-RU" dirty="0">
                <a:solidFill>
                  <a:schemeClr val="bg2">
                    <a:lumMod val="50000"/>
                  </a:schemeClr>
                </a:solidFill>
              </a:rPr>
            </a:br>
            <a:br>
              <a:rPr lang="ru-RU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Кнопка возврата на экран авторизации </a:t>
            </a:r>
          </a:p>
        </p:txBody>
      </p:sp>
    </p:spTree>
    <p:extLst>
      <p:ext uri="{BB962C8B-B14F-4D97-AF65-F5344CB8AC3E}">
        <p14:creationId xmlns:p14="http://schemas.microsoft.com/office/powerpoint/2010/main" val="3375456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336E6C-64EC-4566-9DF3-81541DDF6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pROFILER</a:t>
            </a:r>
            <a:r>
              <a:rPr lang="en-US" dirty="0"/>
              <a:t> – </a:t>
            </a:r>
            <a:r>
              <a:rPr lang="ru-RU" dirty="0"/>
              <a:t>ЛИСТИНГ ПРИЛОЖЕНИЯ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70FAB96-E677-490D-BBA7-AA7E92165B5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85800" y="2761794"/>
            <a:ext cx="10394950" cy="1915436"/>
          </a:xfrm>
        </p:spPr>
      </p:pic>
    </p:spTree>
    <p:extLst>
      <p:ext uri="{BB962C8B-B14F-4D97-AF65-F5344CB8AC3E}">
        <p14:creationId xmlns:p14="http://schemas.microsoft.com/office/powerpoint/2010/main" val="2473947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DFB23-6C72-4907-B1A8-B7A7368A5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КЛАССОВ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ED40A55-B65C-47CD-9410-15340654E7B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834329" y="77968"/>
            <a:ext cx="2747609" cy="6245265"/>
          </a:xfrm>
        </p:spPr>
      </p:pic>
    </p:spTree>
    <p:extLst>
      <p:ext uri="{BB962C8B-B14F-4D97-AF65-F5344CB8AC3E}">
        <p14:creationId xmlns:p14="http://schemas.microsoft.com/office/powerpoint/2010/main" val="2503261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3E5B7C-F3B6-46C2-960E-DB834BEDE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Используемые архитектурные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C98B1B-E4C0-46CB-BFEF-A7788416863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KOTLIN</a:t>
            </a:r>
          </a:p>
          <a:p>
            <a:r>
              <a:rPr lang="en-US" dirty="0"/>
              <a:t>ANDROID STUDIO</a:t>
            </a:r>
          </a:p>
        </p:txBody>
      </p:sp>
    </p:spTree>
    <p:extLst>
      <p:ext uri="{BB962C8B-B14F-4D97-AF65-F5344CB8AC3E}">
        <p14:creationId xmlns:p14="http://schemas.microsoft.com/office/powerpoint/2010/main" val="1255641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6917AF-00F6-4B5F-97DA-BDFCEC3F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0ADD45-371F-4B3C-8E51-B8ECBFDA354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lang="en-US" dirty="0" err="1">
                <a:solidFill>
                  <a:srgbClr val="A9B7C6"/>
                </a:solidFill>
                <a:effectLst/>
                <a:latin typeface="JetBrains Mono"/>
              </a:rPr>
              <a:t>android.content.Intent</a:t>
            </a:r>
            <a:br>
              <a:rPr lang="en-US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lang="en-US" dirty="0" err="1">
                <a:solidFill>
                  <a:srgbClr val="A9B7C6"/>
                </a:solidFill>
                <a:effectLst/>
                <a:latin typeface="JetBrains Mono"/>
              </a:rPr>
              <a:t>androidx.appcompat.app.AppCompatActivity</a:t>
            </a:r>
            <a:br>
              <a:rPr lang="en-US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lang="en-US" dirty="0" err="1">
                <a:solidFill>
                  <a:srgbClr val="A9B7C6"/>
                </a:solidFill>
                <a:effectLst/>
                <a:latin typeface="JetBrains Mono"/>
              </a:rPr>
              <a:t>android.os.Bundle</a:t>
            </a:r>
            <a:br>
              <a:rPr lang="en-US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lang="en-US" dirty="0" err="1">
                <a:solidFill>
                  <a:srgbClr val="A9B7C6"/>
                </a:solidFill>
                <a:effectLst/>
                <a:latin typeface="JetBrains Mono"/>
              </a:rPr>
              <a:t>android.widget.Button</a:t>
            </a:r>
            <a:br>
              <a:rPr lang="en-US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lang="en-US" dirty="0" err="1">
                <a:solidFill>
                  <a:srgbClr val="A9B7C6"/>
                </a:solidFill>
                <a:effectLst/>
                <a:latin typeface="JetBrains Mono"/>
              </a:rPr>
              <a:t>android.widget.EditText</a:t>
            </a:r>
            <a:br>
              <a:rPr lang="en-US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lang="en-US" dirty="0" err="1">
                <a:solidFill>
                  <a:srgbClr val="A9B7C6"/>
                </a:solidFill>
                <a:effectLst/>
                <a:latin typeface="JetBrains Mono"/>
              </a:rPr>
              <a:t>android.widget.Toast</a:t>
            </a:r>
            <a:endParaRPr lang="en-US" dirty="0">
              <a:solidFill>
                <a:srgbClr val="A9B7C6"/>
              </a:solidFill>
              <a:effectLst/>
              <a:latin typeface="JetBrains Mono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5965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6EC940-4B46-47D4-BEB3-0A8408FD4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внимание!!!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E33A76-341E-4983-8EFA-08BB77FB497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все права защищены!</a:t>
            </a:r>
          </a:p>
        </p:txBody>
      </p:sp>
    </p:spTree>
    <p:extLst>
      <p:ext uri="{BB962C8B-B14F-4D97-AF65-F5344CB8AC3E}">
        <p14:creationId xmlns:p14="http://schemas.microsoft.com/office/powerpoint/2010/main" val="12097242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лавное мероприятие">
  <a:themeElements>
    <a:clrScheme name="Главное мероприятие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Главное мероприятие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авное мероприятие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TM04033927[[fn=Главное мероприятие]]</Template>
  <TotalTime>19</TotalTime>
  <Words>109</Words>
  <Application>Microsoft Office PowerPoint</Application>
  <PresentationFormat>Широкоэкранный</PresentationFormat>
  <Paragraphs>17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Impact</vt:lpstr>
      <vt:lpstr>JetBrains Mono</vt:lpstr>
      <vt:lpstr>Главное мероприятие</vt:lpstr>
      <vt:lpstr>мобильное приложение  android studio</vt:lpstr>
      <vt:lpstr>ЦЕЛЬ</vt:lpstr>
      <vt:lpstr>ФУНКЦИОНАЛ</vt:lpstr>
      <vt:lpstr>pROFILER – ЛИСТИНГ ПРИЛОЖЕНИЯ</vt:lpstr>
      <vt:lpstr>СХЕМА КЛАССОВ</vt:lpstr>
      <vt:lpstr>Используемые архитектурные решения</vt:lpstr>
      <vt:lpstr>Используемы библиотеки</vt:lpstr>
      <vt:lpstr>Спасибо за внимание!!!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мобильное приложение  android studio</dc:title>
  <dc:creator>Александр Руколеев</dc:creator>
  <cp:lastModifiedBy>Александр Руколеев</cp:lastModifiedBy>
  <cp:revision>3</cp:revision>
  <dcterms:created xsi:type="dcterms:W3CDTF">2025-11-19T06:53:57Z</dcterms:created>
  <dcterms:modified xsi:type="dcterms:W3CDTF">2025-11-19T07:13:05Z</dcterms:modified>
</cp:coreProperties>
</file>